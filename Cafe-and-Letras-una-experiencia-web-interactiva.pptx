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Golos Text"/>
      <p:regular r:id="rId201314"/>
    </p:embeddedFont>
    <p:embeddedFont>
      <p:font typeface="Golos Text Medium"/>
      <p:regular r:id="rId201315"/>
    </p:embeddedFont>
    <p:embeddedFont>
      <p:font typeface="Golos Text Bold"/>
      <p:regular r:id="rId201316"/>
    </p:embeddedFont>
    <p:embeddedFont>
      <p:font typeface="Playfair Display"/>
      <p:regular r:id="rId201317"/>
    </p:embeddedFont>
    <p:embeddedFont>
      <p:font typeface="Playfair Display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Café &amp; Letras, una experiencia web interactiva inspirada en una cafetería literaria.
La propuesta combina una tarjeta principal con frases, una acción para mostrar una nueva frase y un modo claro u oscuro. La defensa se organiza desde la arquitectura general hasta las decisiones concretas de HTML, CSS y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separa tres responsabilidades para que cada decisión tenga un lugar claro.
HTML organiza la estructura y el contenido. CSS transforma esa estructura en una interfaz visual adaptable. JavaScript agrega la interacción y el comportamiento.
El punto de conexión es index.html, que enlaza la hoja de estilos y el archivo de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HTML5 no construimos una página como una lista de cajas sin significado. Usamos header, nav, main, section y footer para expresar la función de cada región.
Dentro de la sección principal aparece la tarjeta con una frase, su autor y dos botones. Los id permiten que JavaScript encuentre los elementos concretos, mientras que las class permiten compartir estilos.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CSS3 convierte la estructura en una interfaz. Flexbox nos permite ordenar y centrar los elementos sin depender de posiciones rígidas.
Las variables CSS concentran los colores. Por eso el cambio de tema no exige reescribir cada componente: body.modo-oscuro redefine las variables y la interfaz completa cambia de apariencia.
La respuesta visual se completa con hover, transition, sombras y bordes redondeados.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conecta los datos con lo que ve la persona usuaria.
Un array de objetos guarda las frases, sus autores y el tema. El DOM se captura con getElementById y los eventos se escuchan con addEventListener.
Cuando se pide una nueva frase, Math.random elige un elemento y textContent actualiza la pantalla. classList.toggle cambia el tema y localStorage recuerda esa preferencia.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defensa comienza mostrando la estructura de archivos. Después explicamos una decisión concreta de cada tecnología, para que el código se entienda como un sistema y no como fragmentos aislados.
La demostración debe mostrar dos funciones principales: generar una nueva frase y cambiar entre modo claro y modo oscuro. También podemos señalar que la preferencia queda guardada.
El cierre resume la idea central: separar estructura, diseño y comportamiento nos permitió crear una página responsive e interactiva.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42131"/>
            <a:ext cx="6756231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DEFENSA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857001"/>
            <a:ext cx="6248244" cy="69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52" kern="100" dirty="0">
                <a:solidFill>
                  <a:srgbClr val="D9D9D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Café &amp; Letras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58786" y="1593326"/>
            <a:ext cx="624824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Una experiencia web interactiva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786" y="5267047"/>
            <a:ext cx="624824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Una cafetería literaria digital con frases, cambio de tema y una interfaz responsive.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8786" y="5943997"/>
            <a:ext cx="2061813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8" name="Text 6"/>
          <p:cNvSpPr/>
          <p:nvPr/>
        </p:nvSpPr>
        <p:spPr>
          <a:xfrm>
            <a:off x="558786" y="6115923"/>
            <a:ext cx="675623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Decisiones técnicas · HTML5 · CSS3 ·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916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La arquitectura separa tres responsabilidades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8924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Cada tecnología resuelve una parte distinta de la experiencia.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705298"/>
            <a:ext cx="3352716" cy="2460625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933898"/>
            <a:ext cx="89026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179" y="3259931"/>
            <a:ext cx="2895528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395444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HTML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3844548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Estructura y contenido: la página que se entiende.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38179" y="4487049"/>
            <a:ext cx="31241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index.html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9489" y="2705298"/>
            <a:ext cx="3352716" cy="2460625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084" y="2933898"/>
            <a:ext cx="9143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48084" y="3259931"/>
            <a:ext cx="2895528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084" y="3395444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48084" y="3844548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Diseño, responsive y modo oscuro: la interfaz que se adapta.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48084" y="4754047"/>
            <a:ext cx="31241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style.css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394" y="2705298"/>
            <a:ext cx="3352716" cy="2460625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8457988" y="2933898"/>
            <a:ext cx="9156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57988" y="3259931"/>
            <a:ext cx="2895528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0" name="Text 18"/>
          <p:cNvSpPr/>
          <p:nvPr/>
        </p:nvSpPr>
        <p:spPr>
          <a:xfrm>
            <a:off x="8457988" y="3395444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JavaScript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7988" y="3844548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Interacción y comportamiento: la página que responde.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7988" y="4487049"/>
            <a:ext cx="31241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script.js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585" y="6065222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El archivo 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index.html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conecta 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style.css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y 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script.js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369312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HTML5 · ESTRUCTURA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9160"/>
            <a:ext cx="3083542" cy="20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HTML5 organiza una página que se entiende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057446"/>
            <a:ext cx="308354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Las etiquetas semánticas muestran la función de cada zona antes de aplicar estilos.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4064893"/>
            <a:ext cx="1017463" cy="19050"/>
          </a:xfrm>
          <a:prstGeom prst="roundRect">
            <a:avLst>
              <a:gd name="adj" fmla="val 49999"/>
            </a:avLst>
          </a:prstGeom>
          <a:solidFill>
            <a:srgbClr val="4E4F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297779"/>
            <a:ext cx="3083542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 estructura sostiene la experiencia y permite que JavaScript encuentre cada elemento.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369386" y="609600"/>
            <a:ext cx="1918446" cy="1431627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8" name="Text 6"/>
          <p:cNvSpPr/>
          <p:nvPr/>
        </p:nvSpPr>
        <p:spPr>
          <a:xfrm>
            <a:off x="5597980" y="853504"/>
            <a:ext cx="14612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header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597980" y="1283315"/>
            <a:ext cx="146125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Identidad y entrada.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92624" y="609600"/>
            <a:ext cx="1816948" cy="1431627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1" name="Text 9"/>
          <p:cNvSpPr/>
          <p:nvPr/>
        </p:nvSpPr>
        <p:spPr>
          <a:xfrm>
            <a:off x="7821218" y="853504"/>
            <a:ext cx="135975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nav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821218" y="1283315"/>
            <a:ext cx="135975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Acciones y navegación.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714364" y="609600"/>
            <a:ext cx="1867647" cy="1431627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9942958" y="853504"/>
            <a:ext cx="14104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main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942958" y="1283315"/>
            <a:ext cx="141045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Contenido principal.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69386" y="2346027"/>
            <a:ext cx="1918446" cy="1431627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7" name="Text 15"/>
          <p:cNvSpPr/>
          <p:nvPr/>
        </p:nvSpPr>
        <p:spPr>
          <a:xfrm>
            <a:off x="5597980" y="2589931"/>
            <a:ext cx="14612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section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5597980" y="3019743"/>
            <a:ext cx="146125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Tarjeta de la frase.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92624" y="2346027"/>
            <a:ext cx="3989387" cy="1431627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20" name="Text 18"/>
          <p:cNvSpPr/>
          <p:nvPr/>
        </p:nvSpPr>
        <p:spPr>
          <a:xfrm>
            <a:off x="7821218" y="2589931"/>
            <a:ext cx="353219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footer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821218" y="3019743"/>
            <a:ext cx="37607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Cierre de la página.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369386" y="4006255"/>
            <a:ext cx="2953966" cy="1158280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23" name="Text 21"/>
          <p:cNvSpPr/>
          <p:nvPr/>
        </p:nvSpPr>
        <p:spPr>
          <a:xfrm>
            <a:off x="5597980" y="4250158"/>
            <a:ext cx="249677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Tarjeta principal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5597980" y="4673620"/>
            <a:ext cx="272537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Frase · autor · dos botones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28144" y="4234855"/>
            <a:ext cx="2953966" cy="484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id</a:t>
            </a:r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identifica elementos para JavaScript.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class</a:t>
            </a:r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comparte estilos entre elementos.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CSS3 · INTERFAZ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916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CSS3 convierte la estructura en una interfaz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8924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 misma página puede sentirse clara, flexible y coherente en distintos tamaños.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3417888"/>
            <a:ext cx="3352716" cy="201304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660458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Ordenar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4109561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9D9D4"/>
                </a:solidFill>
                <a:latin typeface="Golos Text Bold" pitchFamily="34" charset="0"/>
                <a:ea typeface="Golos Text Bold" pitchFamily="34" charset="-122"/>
                <a:cs typeface="Golos Text Bold" pitchFamily="34" charset="0"/>
              </a:rPr>
              <a:t>Flexbox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organiza y centra el contenido de la tarjeta.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8179" y="4752062"/>
            <a:ext cx="31241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display: flex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9489" y="3417888"/>
            <a:ext cx="3352716" cy="201304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0" name="Text 8"/>
          <p:cNvSpPr/>
          <p:nvPr/>
        </p:nvSpPr>
        <p:spPr>
          <a:xfrm>
            <a:off x="4648084" y="3660458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Concentrar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8084" y="4109561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Las variables CSS reúnen colores y facilitan el cambio de tema.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8084" y="5019060"/>
            <a:ext cx="31241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--color-fondo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394" y="3417888"/>
            <a:ext cx="3352716" cy="201304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8457988" y="3660458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Responder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7988" y="4109561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hover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, 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transition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, sombras y bordes redondeados hacen visible cada acción.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9585" y="5690175"/>
            <a:ext cx="548626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Modo claro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585" y="5986086"/>
            <a:ext cx="548626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Variables base para una lectura luminosa.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24442" y="5690175"/>
            <a:ext cx="52576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Modo oscuro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4442" y="5986086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body.modo-oscuro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redefine las variables de toda la página.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89498" y="5684937"/>
            <a:ext cx="12700" cy="563463"/>
          </a:xfrm>
          <a:prstGeom prst="rect">
            <a:avLst/>
          </a:prstGeom>
          <a:solidFill>
            <a:srgbClr val="4E4F5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467348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JAVASCRIPT · COMPORTAMIENTO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9160"/>
            <a:ext cx="4292493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JavaScript hace que la página responda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51764"/>
            <a:ext cx="429249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El contenido se guarda, se selecciona y se actualiza sin recargar la página.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3398465"/>
            <a:ext cx="429249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Datos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09585" y="3821926"/>
            <a:ext cx="42924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Un array de objetos guarda frase, autor y tema.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9585" y="4404344"/>
            <a:ext cx="429249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DOM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09585" y="4827806"/>
            <a:ext cx="42924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getElementById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captura los elementos.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5410224"/>
            <a:ext cx="4292493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F2F2F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Eventos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09585" y="5833686"/>
            <a:ext cx="429249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addEventListener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escucha los clics.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92653" y="1824831"/>
            <a:ext cx="2692333" cy="1395611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1247" y="2058670"/>
            <a:ext cx="246373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Nueva frase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1247" y="2349897"/>
            <a:ext cx="2235144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Math.random()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elige una frase al azar.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889778" y="1824831"/>
            <a:ext cx="2692333" cy="1395611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9118372" y="2058670"/>
            <a:ext cx="246373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Pantalla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18372" y="2349897"/>
            <a:ext cx="2235144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textContent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actualiza la tarjeta.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892653" y="3499842"/>
            <a:ext cx="2692333" cy="1533227"/>
          </a:xfrm>
          <a:prstGeom prst="rect">
            <a:avLst/>
          </a:prstGeom>
          <a:solidFill>
            <a:srgbClr val="FFC247"/>
          </a:solidFill>
          <a:ln/>
        </p:spPr>
      </p:sp>
      <p:sp>
        <p:nvSpPr>
          <p:cNvPr id="18" name="Text 16"/>
          <p:cNvSpPr/>
          <p:nvPr/>
        </p:nvSpPr>
        <p:spPr>
          <a:xfrm>
            <a:off x="6121247" y="3743746"/>
            <a:ext cx="2235144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Tema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121247" y="4162524"/>
            <a:ext cx="2235144" cy="64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classList.toggle</a:t>
            </a:r>
            <a:endParaRPr lang="en-US" sz="14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cambia claro y oscuro.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89778" y="3733681"/>
            <a:ext cx="269233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Persistencia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89778" y="4029591"/>
            <a:ext cx="269233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localStorage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recuerda la elección.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09585" y="4230291"/>
            <a:ext cx="4292493" cy="12700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5" y="5236170"/>
            <a:ext cx="4292493" cy="12700"/>
          </a:xfrm>
          <a:prstGeom prst="rect">
            <a:avLst/>
          </a:prstGeom>
          <a:solidFill>
            <a:srgbClr val="4E4F5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22" kern="100" dirty="0">
                <a:solidFill>
                  <a:srgbClr val="D9D9D4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0"/>
              </a:rPr>
              <a:t>DEFENSA ORAL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9160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18" kern="100" dirty="0">
                <a:solidFill>
                  <a:srgbClr val="F2F2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0"/>
              </a:rPr>
              <a:t>Cómo defendemos el proyecto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48924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La demostración sigue el mismo recorrido que la arquitectura.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532559"/>
            <a:ext cx="2400240" cy="216415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61159"/>
            <a:ext cx="89026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179" y="3087191"/>
            <a:ext cx="1943051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222704"/>
            <a:ext cx="194305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Archivos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3671808"/>
            <a:ext cx="194305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Mostrar 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index.html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, 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style.css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 y 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highlight>
                  <a:srgbClr val="17181B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script.js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67013" y="2532559"/>
            <a:ext cx="2400240" cy="216415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1" name="Text 9"/>
          <p:cNvSpPr/>
          <p:nvPr/>
        </p:nvSpPr>
        <p:spPr>
          <a:xfrm>
            <a:off x="3695608" y="2761159"/>
            <a:ext cx="9143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95608" y="3087191"/>
            <a:ext cx="1943051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3" name="Text 11"/>
          <p:cNvSpPr/>
          <p:nvPr/>
        </p:nvSpPr>
        <p:spPr>
          <a:xfrm>
            <a:off x="3695608" y="3222704"/>
            <a:ext cx="194305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Decisiones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95608" y="3671808"/>
            <a:ext cx="194305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Explicar una decisión de HTML, una de CSS y una de JavaScript.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24442" y="2532559"/>
            <a:ext cx="2400240" cy="216415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036" y="2761159"/>
            <a:ext cx="9156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53036" y="3087191"/>
            <a:ext cx="1943051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36" y="3222704"/>
            <a:ext cx="194305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Funciones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53036" y="3671808"/>
            <a:ext cx="194305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Demostrar nueva frase y modo oscuro.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81870" y="2532559"/>
            <a:ext cx="2400240" cy="2164159"/>
          </a:xfrm>
          <a:prstGeom prst="rect">
            <a:avLst/>
          </a:prstGeom>
          <a:solidFill>
            <a:srgbClr val="17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9410465" y="2761159"/>
            <a:ext cx="92201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10465" y="3087191"/>
            <a:ext cx="1943051" cy="12601"/>
          </a:xfrm>
          <a:prstGeom prst="rect">
            <a:avLst/>
          </a:prstGeom>
          <a:solidFill>
            <a:srgbClr val="4E4F53"/>
          </a:solidFill>
          <a:ln/>
        </p:spPr>
      </p:sp>
      <p:sp>
        <p:nvSpPr>
          <p:cNvPr id="23" name="Text 21"/>
          <p:cNvSpPr/>
          <p:nvPr/>
        </p:nvSpPr>
        <p:spPr>
          <a:xfrm>
            <a:off x="9410465" y="3222704"/>
            <a:ext cx="194305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Cierre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10465" y="3671808"/>
            <a:ext cx="194305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Una página responsive e interactiva.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09585" y="5423277"/>
            <a:ext cx="36575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A3A39D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Criterios visibles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585" y="5719187"/>
            <a:ext cx="34289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Etiquetas semánticas · Flexbox · array de frases · DOM · eventos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95688" y="5420737"/>
            <a:ext cx="708642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9D9D4"/>
                </a:solidFill>
                <a:latin typeface="Golos Text" pitchFamily="34" charset="0"/>
                <a:ea typeface="Golos Text" pitchFamily="34" charset="-122"/>
                <a:cs typeface="Golos Text" pitchFamily="34" charset="0"/>
              </a:rPr>
              <a:t>Separamos estructura, diseño y comportamiento para construir una experiencia clara, responsive e interactiva.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260743" y="5418038"/>
            <a:ext cx="12700" cy="830461"/>
          </a:xfrm>
          <a:prstGeom prst="rect">
            <a:avLst/>
          </a:prstGeom>
          <a:solidFill>
            <a:srgbClr val="4E4F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2026-10-28T02:41:28Z</dcterms:created>
  <dcterms:modified xsi:type="dcterms:W3CDTF">2026-10-28T02:41:28Z</dcterms:modified>
</cp:coreProperties>
</file>